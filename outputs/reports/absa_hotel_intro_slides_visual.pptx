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_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_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_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_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_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Custom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F97316"/>
      </a:accent2>
      <a:accent3>
        <a:srgbClr val="64748B"/>
      </a:accent3>
      <a:accent4>
        <a:srgbClr val="2563EB"/>
      </a:accent4>
      <a:accent5>
        <a:srgbClr val="15803D"/>
      </a:accent5>
      <a:accent6>
        <a:srgbClr val="B91C1C"/>
      </a:accent6>
      <a:hlink>
        <a:srgbClr val="0F766E"/>
      </a:hlink>
      <a:folHlink>
        <a:srgbClr val="64748B"/>
      </a:folHlink>
    </a:clrScheme>
    <a:fontScheme name="Arial">
      <a:majorFont>
        <a:latin typeface="Arial"/>
      </a:majorFont>
      <a:minorFont>
        <a:latin typeface="Arial"/>
      </a:minorFont>
    </a:fontScheme>
    <a:fmtScheme name="Simple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Codex</Application>
  <PresentationFormat>On-screen Show (16:9)</PresentationFormat>
  <Slides>6</Slides>
  <Notes>0</Notes>
  <HiddenSlides>0</HiddenSlides>
  <ScaleCrop>false</ScaleCrop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ABSA Hotel Visual Slides</dc:title>
  <dc:creator>Codex</dc:creator>
  <cp:lastModifiedBy>Codex</cp:lastModifiedBy>
  <dcterms:created xsi:type="dcterms:W3CDTF">2026-04-16T18:12:00Z</dcterms:created>
  <dcterms:modified xsi:type="dcterms:W3CDTF">2026-04-16T18:12:00Z</dcterms:modified>
</cp:coreProperties>
</file>